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2" d="100"/>
          <a:sy n="52" d="100"/>
        </p:scale>
        <p:origin x="35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5A0A18-932D-47C2-B35C-99286E59AD2A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1FFC44-DC90-4EAA-A1F1-33F8C6684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48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millions of families navigating genetic or developmental conditions, guidance is fragmented, routines are hard to follow, and support often feels out of reach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FFC44-DC90-4EAA-A1F1-33F8C6684C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64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That’s why we built a privacy-first app that turns a child’s diagnosis into clear, daily bite-size activities — practical routines you can actually use at home and school.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FFC44-DC90-4EAA-A1F1-33F8C6684C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87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curated 5–10 minute exercises, reminders, progress tracking, and community support, families gain confidence, schools stay aligned, and children get consistent support —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FFC44-DC90-4EAA-A1F1-33F8C6684C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485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"Together, we make care simpler, smarter, and supportive. </a:t>
            </a:r>
            <a:r>
              <a:rPr lang="en-US" dirty="0" err="1"/>
              <a:t>GeneX</a:t>
            </a:r>
            <a:r>
              <a:rPr lang="en-US" dirty="0"/>
              <a:t> — your genetics-aware care companion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1FFC44-DC90-4EAA-A1F1-33F8C6684C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22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A620E-A710-F05D-117C-909FDAF689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73B46A-8382-F061-750A-D0F86A2951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C27A3-835E-F7E7-5A2B-4100F6F2E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0CEAD6-DDDF-9A04-C265-68CCBE214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C97EA-5E52-752B-9DE6-413354516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698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5F455-B4EA-15C2-8692-D05DB4354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3571A-6530-E184-5E84-65A0C06226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4EC58E-8A54-1E73-BDB0-1D41A738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DE525-7E32-4D20-89BD-66B9B6C78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28DC7-F395-7A67-52EE-306AE31B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294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0B0E3-4BC0-CDA1-AEA8-23F5C36BC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6118E-0F01-C17F-C441-EBBDDCEB21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947A33-121A-8E86-1902-D3EC4C999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3AC81-1A2D-53F1-0891-0B5218E7E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844D5-2401-8339-371B-4765F859C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7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04E8D-7E63-03A1-0F92-C210B1F95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27EFF-82F0-3FF5-1874-3893CBAB56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643E4-B12F-B8A4-884A-A6CF8D5AD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9784E-6991-814F-601F-D67978E2D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9FCF2A-3B9A-3E51-85FF-67064C3A2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A25096-9194-14A5-B3E4-A07A05594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555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FCD91-1CA5-3208-02C8-20E829A82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12C08-BBF0-737D-43B0-F5437D511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48D038-C581-8B44-3A86-6F208D2647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BA9F10-CB3A-2E25-A8E8-838BBADF36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8B9532-5730-4AD6-6686-440E371D5C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FEC555-8D3D-28D4-F951-E9234B7B4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5D8E7D-FD28-CEB0-311D-5AF8877C0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0DC37F-3CBF-6B56-67AB-86D808D21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41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A28D-A4E1-1A4F-5E32-F06E0233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19C621-210C-1AEF-4C84-CA650609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3DBFA-5FC9-7FCE-46FB-4712BD1E4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A8FD44-E3DD-35B1-E91B-3CD1FDC4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0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23AB0-A818-5F76-3738-73ECBDA0F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F377AD-45DD-5DCB-E816-F976DA9C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EFA83-9D2F-EBCC-7C08-7FAC6105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659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79878-A120-D360-EB60-57344B1AA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C644A-2C28-D4C3-F6CB-075E8278E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835D7A-91CE-99E4-7E21-D3D90E2689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CFC6A-AAEA-7916-8034-A6D9C7B2B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04FE7-692A-DAD2-C363-501A25801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5E2E-1C56-13B6-B759-F9B844CF3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41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FF3D-AF5F-BDA6-F3DF-8F0A7F0EE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05F83-1370-0ABD-E2ED-02970B9AB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189A5D-5F63-C1D3-506A-A2D39FD900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24D85-80BC-C64A-9492-C3F12F1C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AC4FC4-E2DF-4283-72E6-26CAEC7B0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58A090-4574-11CD-CAE4-412510F2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1014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7830D-7C41-5F0A-7CC6-0958FE128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909C1-3108-DED9-75C5-8520A504B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31FCF-C204-CD4A-D740-313712F2C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6FE9E3-209A-F020-5FA1-D13B83D33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EB857-E14E-0FF8-9B3D-A8FBA2DF3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88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5D2578-349E-1E31-6A5E-30E73140C5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3BF396-37DF-C842-C993-5A27297BB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3B979-1BBE-4434-8EEF-B1B7F0E8E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B25B26-3EE0-BC01-EE75-4979E1A0F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293DF-6324-013F-7C9E-09FEBBABE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76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156DCA-35C7-15E2-E3BE-D373E1878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CA744-D674-E5A5-516B-17ADDE9E73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950AF3-298E-6B37-2886-3D5A8A10C9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423635-5DAF-46C9-8054-64FE0B205F0D}" type="datetimeFigureOut">
              <a:rPr lang="en-US" smtClean="0"/>
              <a:t>9/23/2025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DF65D-1EA3-B570-BF20-7A8F2AF481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3099D-36F7-88FA-33A1-CC27F3C0D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64B76-9A22-4FB3-84B2-75D694BF50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19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jp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7" Type="http://schemas.openxmlformats.org/officeDocument/2006/relationships/image" Target="../media/image1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17061-3FD1-406E-BACF-3E3156B9AD1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418" r="-1" b="-1"/>
          <a:stretch>
            <a:fillRect/>
          </a:stretch>
        </p:blipFill>
        <p:spPr>
          <a:xfrm>
            <a:off x="20" y="10"/>
            <a:ext cx="1218893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449216-CDF6-0EF3-C877-C7E58E9F42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GeneX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3A3503-E59C-3C07-6069-409391975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4599432"/>
            <a:ext cx="9144000" cy="1536192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Genetics made practical — one step at a time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4993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calendar with writing on it&#10;&#10;AI-generated content may be incorrect.">
            <a:extLst>
              <a:ext uri="{FF2B5EF4-FFF2-40B4-BE49-F238E27FC236}">
                <a16:creationId xmlns:a16="http://schemas.microsoft.com/office/drawing/2014/main" id="{77AE0F33-3D0D-B8B3-A59A-AAD6588C73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725" b="22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2C6C9C9-83BF-4A6C-A1BF-C1735C61B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6524" y="1"/>
            <a:ext cx="7295477" cy="6853457"/>
          </a:xfrm>
          <a:custGeom>
            <a:avLst/>
            <a:gdLst>
              <a:gd name="connsiteX0" fmla="*/ 2113864 w 7295477"/>
              <a:gd name="connsiteY0" fmla="*/ 0 h 6853457"/>
              <a:gd name="connsiteX1" fmla="*/ 5731689 w 7295477"/>
              <a:gd name="connsiteY1" fmla="*/ 0 h 6853457"/>
              <a:gd name="connsiteX2" fmla="*/ 5792604 w 7295477"/>
              <a:gd name="connsiteY2" fmla="*/ 31199 h 6853457"/>
              <a:gd name="connsiteX3" fmla="*/ 7277638 w 7295477"/>
              <a:gd name="connsiteY3" fmla="*/ 1446415 h 6853457"/>
              <a:gd name="connsiteX4" fmla="*/ 7295477 w 7295477"/>
              <a:gd name="connsiteY4" fmla="*/ 1478103 h 6853457"/>
              <a:gd name="connsiteX5" fmla="*/ 7295477 w 7295477"/>
              <a:gd name="connsiteY5" fmla="*/ 5482224 h 6853457"/>
              <a:gd name="connsiteX6" fmla="*/ 7195301 w 7295477"/>
              <a:gd name="connsiteY6" fmla="*/ 5644337 h 6853457"/>
              <a:gd name="connsiteX7" fmla="*/ 5956878 w 7295477"/>
              <a:gd name="connsiteY7" fmla="*/ 6835380 h 6853457"/>
              <a:gd name="connsiteX8" fmla="*/ 5925438 w 7295477"/>
              <a:gd name="connsiteY8" fmla="*/ 6853457 h 6853457"/>
              <a:gd name="connsiteX9" fmla="*/ 1920114 w 7295477"/>
              <a:gd name="connsiteY9" fmla="*/ 6853457 h 6853457"/>
              <a:gd name="connsiteX10" fmla="*/ 1888674 w 7295477"/>
              <a:gd name="connsiteY10" fmla="*/ 6835380 h 6853457"/>
              <a:gd name="connsiteX11" fmla="*/ 0 w 7295477"/>
              <a:gd name="connsiteY11" fmla="*/ 3480517 h 6853457"/>
              <a:gd name="connsiteX12" fmla="*/ 2052949 w 7295477"/>
              <a:gd name="connsiteY12" fmla="*/ 31199 h 6853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295477" h="6853457">
                <a:moveTo>
                  <a:pt x="2113864" y="0"/>
                </a:moveTo>
                <a:lnTo>
                  <a:pt x="5731689" y="0"/>
                </a:lnTo>
                <a:lnTo>
                  <a:pt x="5792604" y="31199"/>
                </a:lnTo>
                <a:cubicBezTo>
                  <a:pt x="6404018" y="363339"/>
                  <a:pt x="6917255" y="853303"/>
                  <a:pt x="7277638" y="1446415"/>
                </a:cubicBezTo>
                <a:lnTo>
                  <a:pt x="7295477" y="1478103"/>
                </a:lnTo>
                <a:lnTo>
                  <a:pt x="7295477" y="5482224"/>
                </a:lnTo>
                <a:lnTo>
                  <a:pt x="7195301" y="5644337"/>
                </a:lnTo>
                <a:cubicBezTo>
                  <a:pt x="6875688" y="6126745"/>
                  <a:pt x="6452261" y="6534378"/>
                  <a:pt x="5956878" y="6835380"/>
                </a:cubicBezTo>
                <a:lnTo>
                  <a:pt x="5925438" y="6853457"/>
                </a:lnTo>
                <a:lnTo>
                  <a:pt x="1920114" y="6853457"/>
                </a:lnTo>
                <a:lnTo>
                  <a:pt x="1888674" y="6835380"/>
                </a:lnTo>
                <a:cubicBezTo>
                  <a:pt x="756370" y="6147375"/>
                  <a:pt x="0" y="4902276"/>
                  <a:pt x="0" y="3480517"/>
                </a:cubicBezTo>
                <a:cubicBezTo>
                  <a:pt x="0" y="1991056"/>
                  <a:pt x="830121" y="695479"/>
                  <a:pt x="2052949" y="31199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6" descr="A person yelling at a group of kids&#10;&#10;AI-generated content may be incorrect.">
            <a:extLst>
              <a:ext uri="{FF2B5EF4-FFF2-40B4-BE49-F238E27FC236}">
                <a16:creationId xmlns:a16="http://schemas.microsoft.com/office/drawing/2014/main" id="{2D56838E-1047-34EC-EF94-576DCB9D46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2" r="-2" b="1930"/>
          <a:stretch>
            <a:fillRect/>
          </a:stretch>
        </p:blipFill>
        <p:spPr>
          <a:xfrm>
            <a:off x="5063089" y="1"/>
            <a:ext cx="7128913" cy="6853457"/>
          </a:xfrm>
          <a:custGeom>
            <a:avLst/>
            <a:gdLst/>
            <a:ahLst/>
            <a:cxnLst/>
            <a:rect l="l" t="t" r="r" b="b"/>
            <a:pathLst>
              <a:path w="7128913" h="6853457">
                <a:moveTo>
                  <a:pt x="2343548" y="0"/>
                </a:moveTo>
                <a:lnTo>
                  <a:pt x="5168877" y="0"/>
                </a:lnTo>
                <a:lnTo>
                  <a:pt x="5218299" y="19487"/>
                </a:lnTo>
                <a:cubicBezTo>
                  <a:pt x="5976640" y="340238"/>
                  <a:pt x="6607722" y="902948"/>
                  <a:pt x="7014769" y="1610837"/>
                </a:cubicBezTo>
                <a:lnTo>
                  <a:pt x="7128913" y="1827198"/>
                </a:lnTo>
                <a:lnTo>
                  <a:pt x="7128913" y="5131581"/>
                </a:lnTo>
                <a:lnTo>
                  <a:pt x="7091067" y="5210750"/>
                </a:lnTo>
                <a:cubicBezTo>
                  <a:pt x="6744936" y="5876527"/>
                  <a:pt x="6205281" y="6425584"/>
                  <a:pt x="5546646" y="6783375"/>
                </a:cubicBezTo>
                <a:lnTo>
                  <a:pt x="5409811" y="6853457"/>
                </a:lnTo>
                <a:lnTo>
                  <a:pt x="2102613" y="6853457"/>
                </a:lnTo>
                <a:lnTo>
                  <a:pt x="1965779" y="6783375"/>
                </a:lnTo>
                <a:cubicBezTo>
                  <a:pt x="794873" y="6147301"/>
                  <a:pt x="0" y="4906735"/>
                  <a:pt x="0" y="3480517"/>
                </a:cubicBezTo>
                <a:cubicBezTo>
                  <a:pt x="0" y="1924643"/>
                  <a:pt x="945964" y="589711"/>
                  <a:pt x="2294125" y="1948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72872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9333549-10E7-E6E3-1F2E-B0A855DEB15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69" r="1" b="29428"/>
          <a:stretch>
            <a:fillRect/>
          </a:stretch>
        </p:blipFill>
        <p:spPr>
          <a:xfrm>
            <a:off x="20" y="-1"/>
            <a:ext cx="7998205" cy="6858000"/>
          </a:xfrm>
          <a:prstGeom prst="rect">
            <a:avLst/>
          </a:prstGeom>
        </p:spPr>
      </p:pic>
      <p:pic>
        <p:nvPicPr>
          <p:cNvPr id="5" name="Content Placeholder 4" descr="A dna strand with blue lights&#10;&#10;AI-generated content may be incorrect.">
            <a:extLst>
              <a:ext uri="{FF2B5EF4-FFF2-40B4-BE49-F238E27FC236}">
                <a16:creationId xmlns:a16="http://schemas.microsoft.com/office/drawing/2014/main" id="{7BCB5D2D-BF42-1105-42EA-4AE462B7EA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056" r="19792"/>
          <a:stretch>
            <a:fillRect/>
          </a:stretch>
        </p:blipFill>
        <p:spPr>
          <a:xfrm>
            <a:off x="7998225" y="-1"/>
            <a:ext cx="4193775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04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C1738-4484-7D89-D3F5-C9961C068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oup of women and a baby&#10;&#10;AI-generated content may be incorrect.">
            <a:extLst>
              <a:ext uri="{FF2B5EF4-FFF2-40B4-BE49-F238E27FC236}">
                <a16:creationId xmlns:a16="http://schemas.microsoft.com/office/drawing/2014/main" id="{12DC8B2A-C360-4E94-6269-AD91C0696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80"/>
          <a:stretch>
            <a:fillRect/>
          </a:stretch>
        </p:blipFill>
        <p:spPr>
          <a:xfrm>
            <a:off x="4166505" y="10"/>
            <a:ext cx="4444096" cy="3067040"/>
          </a:xfrm>
          <a:prstGeom prst="rect">
            <a:avLst/>
          </a:prstGeom>
        </p:spPr>
      </p:pic>
      <p:pic>
        <p:nvPicPr>
          <p:cNvPr id="7" name="Picture 6" descr="A black rectangular with pink dots and numbers&#10;&#10;AI-generated content may be incorrect.">
            <a:extLst>
              <a:ext uri="{FF2B5EF4-FFF2-40B4-BE49-F238E27FC236}">
                <a16:creationId xmlns:a16="http://schemas.microsoft.com/office/drawing/2014/main" id="{BCCC37D7-9591-153B-2AB6-2E34ADF0E8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95"/>
          <a:stretch>
            <a:fillRect/>
          </a:stretch>
        </p:blipFill>
        <p:spPr>
          <a:xfrm>
            <a:off x="-1" y="3790950"/>
            <a:ext cx="8305800" cy="3067051"/>
          </a:xfrm>
          <a:prstGeom prst="rect">
            <a:avLst/>
          </a:prstGeom>
        </p:spPr>
      </p:pic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A518CE4-E4D4-4D8A-980F-6D692AC96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155454" cy="4845530"/>
          </a:xfrm>
          <a:custGeom>
            <a:avLst/>
            <a:gdLst>
              <a:gd name="connsiteX0" fmla="*/ 0 w 5155454"/>
              <a:gd name="connsiteY0" fmla="*/ 0 h 4845530"/>
              <a:gd name="connsiteX1" fmla="*/ 4766270 w 5155454"/>
              <a:gd name="connsiteY1" fmla="*/ 0 h 4845530"/>
              <a:gd name="connsiteX2" fmla="*/ 4896671 w 5155454"/>
              <a:gd name="connsiteY2" fmla="*/ 270697 h 4845530"/>
              <a:gd name="connsiteX3" fmla="*/ 5155454 w 5155454"/>
              <a:gd name="connsiteY3" fmla="*/ 1552495 h 4845530"/>
              <a:gd name="connsiteX4" fmla="*/ 1862419 w 5155454"/>
              <a:gd name="connsiteY4" fmla="*/ 4845530 h 4845530"/>
              <a:gd name="connsiteX5" fmla="*/ 21252 w 5155454"/>
              <a:gd name="connsiteY5" fmla="*/ 4283132 h 4845530"/>
              <a:gd name="connsiteX6" fmla="*/ 0 w 5155454"/>
              <a:gd name="connsiteY6" fmla="*/ 4267240 h 4845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55454" h="4845530">
                <a:moveTo>
                  <a:pt x="0" y="0"/>
                </a:moveTo>
                <a:lnTo>
                  <a:pt x="4766270" y="0"/>
                </a:lnTo>
                <a:lnTo>
                  <a:pt x="4896671" y="270697"/>
                </a:lnTo>
                <a:cubicBezTo>
                  <a:pt x="5063308" y="664671"/>
                  <a:pt x="5155454" y="1097822"/>
                  <a:pt x="5155454" y="1552495"/>
                </a:cubicBezTo>
                <a:cubicBezTo>
                  <a:pt x="5155454" y="3371188"/>
                  <a:pt x="3681112" y="4845530"/>
                  <a:pt x="1862419" y="4845530"/>
                </a:cubicBezTo>
                <a:cubicBezTo>
                  <a:pt x="1180409" y="4845530"/>
                  <a:pt x="546824" y="4638201"/>
                  <a:pt x="21252" y="4283132"/>
                </a:cubicBezTo>
                <a:lnTo>
                  <a:pt x="0" y="426724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child eating cereal on a table&#10;&#10;AI-generated content may be incorrect.">
            <a:extLst>
              <a:ext uri="{FF2B5EF4-FFF2-40B4-BE49-F238E27FC236}">
                <a16:creationId xmlns:a16="http://schemas.microsoft.com/office/drawing/2014/main" id="{F5058AF8-D9F9-C4EA-1172-4EFF6188A8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0" r="10019" b="-1"/>
          <a:stretch>
            <a:fillRect/>
          </a:stretch>
        </p:blipFill>
        <p:spPr>
          <a:xfrm>
            <a:off x="1" y="2"/>
            <a:ext cx="5017099" cy="4718647"/>
          </a:xfrm>
          <a:custGeom>
            <a:avLst/>
            <a:gdLst/>
            <a:ahLst/>
            <a:cxnLst/>
            <a:rect l="l" t="t" r="r" b="b"/>
            <a:pathLst>
              <a:path w="5017099" h="4718647">
                <a:moveTo>
                  <a:pt x="0" y="0"/>
                </a:moveTo>
                <a:lnTo>
                  <a:pt x="4599738" y="0"/>
                </a:lnTo>
                <a:lnTo>
                  <a:pt x="4636346" y="60259"/>
                </a:lnTo>
                <a:cubicBezTo>
                  <a:pt x="4879170" y="507256"/>
                  <a:pt x="5017099" y="1019504"/>
                  <a:pt x="5017099" y="1563967"/>
                </a:cubicBezTo>
                <a:cubicBezTo>
                  <a:pt x="5017099" y="3306249"/>
                  <a:pt x="3604701" y="4718647"/>
                  <a:pt x="1862419" y="4718647"/>
                </a:cubicBezTo>
                <a:cubicBezTo>
                  <a:pt x="1209063" y="4718647"/>
                  <a:pt x="602098" y="4520029"/>
                  <a:pt x="98607" y="4179877"/>
                </a:cubicBezTo>
                <a:lnTo>
                  <a:pt x="0" y="4106140"/>
                </a:lnTo>
                <a:close/>
              </a:path>
            </a:pathLst>
          </a:custGeom>
        </p:spPr>
      </p:pic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F82BF3E2-EB0E-40D6-8835-2367A5316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48480" y="1563968"/>
            <a:ext cx="6043520" cy="5294033"/>
          </a:xfrm>
          <a:custGeom>
            <a:avLst/>
            <a:gdLst>
              <a:gd name="connsiteX0" fmla="*/ 3600823 w 6043520"/>
              <a:gd name="connsiteY0" fmla="*/ 0 h 5294033"/>
              <a:gd name="connsiteX1" fmla="*/ 5891281 w 6043520"/>
              <a:gd name="connsiteY1" fmla="*/ 822253 h 5294033"/>
              <a:gd name="connsiteX2" fmla="*/ 6043520 w 6043520"/>
              <a:gd name="connsiteY2" fmla="*/ 960617 h 5294033"/>
              <a:gd name="connsiteX3" fmla="*/ 6043520 w 6043520"/>
              <a:gd name="connsiteY3" fmla="*/ 5294033 h 5294033"/>
              <a:gd name="connsiteX4" fmla="*/ 423445 w 6043520"/>
              <a:gd name="connsiteY4" fmla="*/ 5294033 h 5294033"/>
              <a:gd name="connsiteX5" fmla="*/ 282971 w 6043520"/>
              <a:gd name="connsiteY5" fmla="*/ 5002426 h 5294033"/>
              <a:gd name="connsiteX6" fmla="*/ 0 w 6043520"/>
              <a:gd name="connsiteY6" fmla="*/ 3600823 h 5294033"/>
              <a:gd name="connsiteX7" fmla="*/ 3600823 w 6043520"/>
              <a:gd name="connsiteY7" fmla="*/ 0 h 52940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43520" h="5294033">
                <a:moveTo>
                  <a:pt x="3600823" y="0"/>
                </a:moveTo>
                <a:cubicBezTo>
                  <a:pt x="4470871" y="0"/>
                  <a:pt x="5268847" y="308574"/>
                  <a:pt x="5891281" y="822253"/>
                </a:cubicBezTo>
                <a:lnTo>
                  <a:pt x="6043520" y="960617"/>
                </a:lnTo>
                <a:lnTo>
                  <a:pt x="6043520" y="5294033"/>
                </a:lnTo>
                <a:lnTo>
                  <a:pt x="423445" y="5294033"/>
                </a:lnTo>
                <a:lnTo>
                  <a:pt x="282971" y="5002426"/>
                </a:lnTo>
                <a:cubicBezTo>
                  <a:pt x="100759" y="4571630"/>
                  <a:pt x="0" y="4097993"/>
                  <a:pt x="0" y="3600823"/>
                </a:cubicBezTo>
                <a:cubicBezTo>
                  <a:pt x="0" y="1612143"/>
                  <a:pt x="1612143" y="0"/>
                  <a:pt x="360082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74AD99-9326-E0AC-5EB3-628AAEEAD79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7790" r="-1" b="28948"/>
          <a:stretch>
            <a:fillRect/>
          </a:stretch>
        </p:blipFill>
        <p:spPr>
          <a:xfrm>
            <a:off x="6171425" y="1631591"/>
            <a:ext cx="5908273" cy="5158786"/>
          </a:xfrm>
          <a:custGeom>
            <a:avLst/>
            <a:gdLst/>
            <a:ahLst/>
            <a:cxnLst/>
            <a:rect l="l" t="t" r="r" b="b"/>
            <a:pathLst>
              <a:path w="5908273" h="5158786">
                <a:moveTo>
                  <a:pt x="3465576" y="0"/>
                </a:moveTo>
                <a:cubicBezTo>
                  <a:pt x="4302945" y="0"/>
                  <a:pt x="5070948" y="296984"/>
                  <a:pt x="5670004" y="791369"/>
                </a:cubicBezTo>
                <a:lnTo>
                  <a:pt x="5908273" y="1007923"/>
                </a:lnTo>
                <a:lnTo>
                  <a:pt x="5908273" y="5158786"/>
                </a:lnTo>
                <a:lnTo>
                  <a:pt x="443374" y="5158786"/>
                </a:lnTo>
                <a:lnTo>
                  <a:pt x="418277" y="5117476"/>
                </a:lnTo>
                <a:cubicBezTo>
                  <a:pt x="151523" y="4626427"/>
                  <a:pt x="0" y="4063697"/>
                  <a:pt x="0" y="3465576"/>
                </a:cubicBezTo>
                <a:cubicBezTo>
                  <a:pt x="0" y="1551591"/>
                  <a:pt x="1551591" y="0"/>
                  <a:pt x="3465576" y="0"/>
                </a:cubicBezTo>
                <a:close/>
              </a:path>
            </a:pathLst>
          </a:custGeom>
        </p:spPr>
      </p:pic>
      <p:sp>
        <p:nvSpPr>
          <p:cNvPr id="52" name="Oval 51">
            <a:extLst>
              <a:ext uri="{FF2B5EF4-FFF2-40B4-BE49-F238E27FC236}">
                <a16:creationId xmlns:a16="http://schemas.microsoft.com/office/drawing/2014/main" id="{481E86DD-89E6-42B2-8675-84B7C56BF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50534" y="1716727"/>
            <a:ext cx="4572000" cy="45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A child playing with a string&#10;&#10;AI-generated content may be incorrect.">
            <a:extLst>
              <a:ext uri="{FF2B5EF4-FFF2-40B4-BE49-F238E27FC236}">
                <a16:creationId xmlns:a16="http://schemas.microsoft.com/office/drawing/2014/main" id="{A56A0A96-EE0A-EF56-C285-67B6788A4C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5" r="2" b="2"/>
          <a:stretch>
            <a:fillRect/>
          </a:stretch>
        </p:blipFill>
        <p:spPr>
          <a:xfrm>
            <a:off x="3287694" y="1853886"/>
            <a:ext cx="4297680" cy="4297680"/>
          </a:xfrm>
          <a:custGeom>
            <a:avLst/>
            <a:gdLst/>
            <a:ahLst/>
            <a:cxnLst/>
            <a:rect l="l" t="t" r="r" b="b"/>
            <a:pathLst>
              <a:path w="4297680" h="4297680">
                <a:moveTo>
                  <a:pt x="2148840" y="0"/>
                </a:moveTo>
                <a:cubicBezTo>
                  <a:pt x="3335612" y="0"/>
                  <a:pt x="4297680" y="962068"/>
                  <a:pt x="4297680" y="2148840"/>
                </a:cubicBezTo>
                <a:cubicBezTo>
                  <a:pt x="4297680" y="3335612"/>
                  <a:pt x="3335612" y="4297680"/>
                  <a:pt x="2148840" y="4297680"/>
                </a:cubicBezTo>
                <a:cubicBezTo>
                  <a:pt x="962068" y="4297680"/>
                  <a:pt x="0" y="3335612"/>
                  <a:pt x="0" y="2148840"/>
                </a:cubicBezTo>
                <a:cubicBezTo>
                  <a:pt x="0" y="962068"/>
                  <a:pt x="962068" y="0"/>
                  <a:pt x="2148840" y="0"/>
                </a:cubicBezTo>
                <a:close/>
              </a:path>
            </a:pathLst>
          </a:custGeom>
        </p:spPr>
      </p:pic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5EFE9E4D-D93B-4B04-A3B5-234F5DBB9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62313" y="-1"/>
            <a:ext cx="4444096" cy="3211788"/>
          </a:xfrm>
          <a:custGeom>
            <a:avLst/>
            <a:gdLst>
              <a:gd name="connsiteX0" fmla="*/ 5102 w 4444096"/>
              <a:gd name="connsiteY0" fmla="*/ 0 h 3211788"/>
              <a:gd name="connsiteX1" fmla="*/ 4444096 w 4444096"/>
              <a:gd name="connsiteY1" fmla="*/ 0 h 3211788"/>
              <a:gd name="connsiteX2" fmla="*/ 4444096 w 4444096"/>
              <a:gd name="connsiteY2" fmla="*/ 2908319 h 3211788"/>
              <a:gd name="connsiteX3" fmla="*/ 4321598 w 4444096"/>
              <a:gd name="connsiteY3" fmla="*/ 2967330 h 3211788"/>
              <a:gd name="connsiteX4" fmla="*/ 3110753 w 4444096"/>
              <a:gd name="connsiteY4" fmla="*/ 3211788 h 3211788"/>
              <a:gd name="connsiteX5" fmla="*/ 0 w 4444096"/>
              <a:gd name="connsiteY5" fmla="*/ 101035 h 32117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44096" h="3211788">
                <a:moveTo>
                  <a:pt x="5102" y="0"/>
                </a:moveTo>
                <a:lnTo>
                  <a:pt x="4444096" y="0"/>
                </a:lnTo>
                <a:lnTo>
                  <a:pt x="4444096" y="2908319"/>
                </a:lnTo>
                <a:lnTo>
                  <a:pt x="4321598" y="2967330"/>
                </a:lnTo>
                <a:cubicBezTo>
                  <a:pt x="3949433" y="3124742"/>
                  <a:pt x="3540258" y="3211788"/>
                  <a:pt x="3110753" y="3211788"/>
                </a:cubicBezTo>
                <a:cubicBezTo>
                  <a:pt x="1392732" y="3211788"/>
                  <a:pt x="0" y="1819056"/>
                  <a:pt x="0" y="10103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12" name="Picture 11" descr="A child playing with a bead&#10;&#10;AI-generated content may be incorrect.">
            <a:extLst>
              <a:ext uri="{FF2B5EF4-FFF2-40B4-BE49-F238E27FC236}">
                <a16:creationId xmlns:a16="http://schemas.microsoft.com/office/drawing/2014/main" id="{1884F646-3B8E-A89F-175D-3C1429EDEA7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28"/>
          <a:stretch>
            <a:fillRect/>
          </a:stretch>
        </p:blipFill>
        <p:spPr>
          <a:xfrm>
            <a:off x="7928700" y="-1"/>
            <a:ext cx="4277711" cy="3045402"/>
          </a:xfrm>
          <a:custGeom>
            <a:avLst/>
            <a:gdLst/>
            <a:ahLst/>
            <a:cxnLst/>
            <a:rect l="l" t="t" r="r" b="b"/>
            <a:pathLst>
              <a:path w="4277711" h="3045402">
                <a:moveTo>
                  <a:pt x="5102" y="0"/>
                </a:moveTo>
                <a:lnTo>
                  <a:pt x="4277711" y="0"/>
                </a:lnTo>
                <a:lnTo>
                  <a:pt x="4277711" y="2723810"/>
                </a:lnTo>
                <a:lnTo>
                  <a:pt x="4090449" y="2814019"/>
                </a:lnTo>
                <a:cubicBezTo>
                  <a:pt x="3738190" y="2963012"/>
                  <a:pt x="3350901" y="3045402"/>
                  <a:pt x="2944368" y="3045402"/>
                </a:cubicBezTo>
                <a:cubicBezTo>
                  <a:pt x="1318238" y="3045402"/>
                  <a:pt x="0" y="1727164"/>
                  <a:pt x="0" y="10103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975364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erson giving thumbs up&#10;&#10;AI-generated content may be incorrect.">
            <a:extLst>
              <a:ext uri="{FF2B5EF4-FFF2-40B4-BE49-F238E27FC236}">
                <a16:creationId xmlns:a16="http://schemas.microsoft.com/office/drawing/2014/main" id="{1A1D2BFA-ABFA-5475-3F27-3E3FFE66A3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719" y="321733"/>
            <a:ext cx="3350077" cy="2236177"/>
          </a:xfrm>
          <a:prstGeom prst="rect">
            <a:avLst/>
          </a:prstGeom>
        </p:spPr>
      </p:pic>
      <p:pic>
        <p:nvPicPr>
          <p:cNvPr id="13" name="Picture 12" descr="A doctor giving thumbs up&#10;&#10;AI-generated content may be incorrect.">
            <a:extLst>
              <a:ext uri="{FF2B5EF4-FFF2-40B4-BE49-F238E27FC236}">
                <a16:creationId xmlns:a16="http://schemas.microsoft.com/office/drawing/2014/main" id="{540AC33C-DC2D-C6CD-238D-5E575DC87A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092" y="362813"/>
            <a:ext cx="2416551" cy="216281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112839B5-6527-4FE1-B5CA-71D5FFC47C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2752928"/>
            <a:ext cx="7566298" cy="7599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89B37F3-721E-4809-A50E-9EE306404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46483" y="0"/>
            <a:ext cx="91440" cy="2788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and a child playing with blocks&#10;&#10;AI-generated content may be incorrect.">
            <a:extLst>
              <a:ext uri="{FF2B5EF4-FFF2-40B4-BE49-F238E27FC236}">
                <a16:creationId xmlns:a16="http://schemas.microsoft.com/office/drawing/2014/main" id="{68F9848A-E708-24B9-25F3-D9C1F06284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95" y="3006496"/>
            <a:ext cx="5071399" cy="338515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BE12D8E2-6088-4997-A8C6-1794DA9E1D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813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3DF46D-75E0-30D6-08AA-562F344E4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53268" y="724055"/>
            <a:ext cx="3567362" cy="250814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FAF10F47-1605-47C5-AE58-9062909AD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66299" y="3862989"/>
            <a:ext cx="4625702" cy="82287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in a white coat giving a thumbs up&#10;&#10;AI-generated content may be incorrect.">
            <a:extLst>
              <a:ext uri="{FF2B5EF4-FFF2-40B4-BE49-F238E27FC236}">
                <a16:creationId xmlns:a16="http://schemas.microsoft.com/office/drawing/2014/main" id="{8DB5F6DB-4052-8A38-5E25-401EF49A07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2944" y="4172622"/>
            <a:ext cx="3187488" cy="222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44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122</Words>
  <Application>Microsoft Office PowerPoint</Application>
  <PresentationFormat>Widescreen</PresentationFormat>
  <Paragraphs>10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GeneX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Soltanizadeh</dc:creator>
  <cp:lastModifiedBy>Sara Soltanizadeh</cp:lastModifiedBy>
  <cp:revision>1</cp:revision>
  <dcterms:created xsi:type="dcterms:W3CDTF">2025-09-23T16:18:55Z</dcterms:created>
  <dcterms:modified xsi:type="dcterms:W3CDTF">2025-09-23T16:40:10Z</dcterms:modified>
</cp:coreProperties>
</file>